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4"/>
  </p:notesMasterIdLst>
  <p:sldIdLst>
    <p:sldId id="256" r:id="rId2"/>
    <p:sldId id="269" r:id="rId4"/>
    <p:sldId id="270" r:id="rId5"/>
    <p:sldId id="271" r:id="rId6"/>
    <p:sldId id="262" r:id="rId7"/>
    <p:sldId id="263" r:id="rId8"/>
    <p:sldId id="264" r:id="rId9"/>
    <p:sldId id="272" r:id="rId10"/>
    <p:sldId id="280" r:id="rId11"/>
    <p:sldId id="283"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58" autoAdjust="0"/>
  </p:normalViewPr>
  <p:slideViewPr>
    <p:cSldViewPr>
      <p:cViewPr varScale="1">
        <p:scale>
          <a:sx n="82" d="100"/>
          <a:sy n="82" d="100"/>
        </p:scale>
        <p:origin x="1494" y="96"/>
      </p:cViewPr>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Dill" userId="85d3f291-4b68-4d28-8ede-d8cf7a7b05b9" providerId="ADAL" clId="{F53CA4DD-40A7-404E-8F99-FFCDF87F346D}"/>
    <pc:docChg chg="modSld">
      <pc:chgData name="Shawn Dill" userId="85d3f291-4b68-4d28-8ede-d8cf7a7b05b9" providerId="ADAL" clId="{F53CA4DD-40A7-404E-8F99-FFCDF87F346D}" dt="2021-11-10T16:36:42.592" v="35" actId="20577"/>
      <pc:docMkLst>
        <pc:docMk/>
      </pc:docMkLst>
      <pc:sldChg chg="modSp mod">
        <pc:chgData name="Shawn Dill" userId="85d3f291-4b68-4d28-8ede-d8cf7a7b05b9" providerId="ADAL" clId="{F53CA4DD-40A7-404E-8F99-FFCDF87F346D}" dt="2021-11-10T16:36:42.592" v="35" actId="20577"/>
        <pc:sldMkLst>
          <pc:docMk/>
          <pc:sldMk cId="4141766854" sldId="285"/>
        </pc:sldMkLst>
        <pc:spChg chg="mod">
          <ac:chgData name="Shawn Dill" userId="85d3f291-4b68-4d28-8ede-d8cf7a7b05b9" providerId="ADAL" clId="{F53CA4DD-40A7-404E-8F99-FFCDF87F346D}" dt="2021-11-10T16:36:42.592" v="35" actId="20577"/>
          <ac:spMkLst>
            <pc:docMk/>
            <pc:sldMk cId="4141766854" sldId="285"/>
            <ac:spMk id="3" creationId="{00000000-0000-0000-0000-000000000000}"/>
          </ac:spMkLst>
        </pc:spChg>
      </pc:sldChg>
    </pc:docChg>
  </pc:docChgLst>
  <pc:docChgLst>
    <pc:chgData name="Shawn Dill" userId="85d3f291-4b68-4d28-8ede-d8cf7a7b05b9" providerId="ADAL" clId="{ACCE66D2-B9E5-44E6-BA9A-A7B277E8E5E6}"/>
    <pc:docChg chg="modSld">
      <pc:chgData name="Shawn Dill" userId="85d3f291-4b68-4d28-8ede-d8cf7a7b05b9" providerId="ADAL" clId="{ACCE66D2-B9E5-44E6-BA9A-A7B277E8E5E6}" dt="2021-05-17T13:36:22.122" v="0" actId="20577"/>
      <pc:docMkLst>
        <pc:docMk/>
      </pc:docMkLst>
      <pc:sldChg chg="modSp mod">
        <pc:chgData name="Shawn Dill" userId="85d3f291-4b68-4d28-8ede-d8cf7a7b05b9" providerId="ADAL" clId="{ACCE66D2-B9E5-44E6-BA9A-A7B277E8E5E6}" dt="2021-05-17T13:36:22.122" v="0" actId="20577"/>
        <pc:sldMkLst>
          <pc:docMk/>
          <pc:sldMk cId="1472328323" sldId="269"/>
        </pc:sldMkLst>
        <pc:spChg chg="mod">
          <ac:chgData name="Shawn Dill" userId="85d3f291-4b68-4d28-8ede-d8cf7a7b05b9" providerId="ADAL" clId="{ACCE66D2-B9E5-44E6-BA9A-A7B277E8E5E6}" dt="2021-05-17T13:36:22.122" v="0" actId="20577"/>
          <ac:spMkLst>
            <pc:docMk/>
            <pc:sldMk cId="1472328323" sldId="269"/>
            <ac:spMk id="3" creationId="{00000000-0000-0000-0000-000000000000}"/>
          </ac:spMkLst>
        </pc:spChg>
      </pc:sldChg>
    </pc:docChg>
  </pc:docChgLst>
  <pc:docChgLst>
    <pc:chgData name="Shawn Dill" userId="85d3f291-4b68-4d28-8ede-d8cf7a7b05b9" providerId="ADAL" clId="{901DD31A-C0B4-4369-A32C-2CDA932FA59B}"/>
    <pc:docChg chg="undo custSel modSld">
      <pc:chgData name="Shawn Dill" userId="85d3f291-4b68-4d28-8ede-d8cf7a7b05b9" providerId="ADAL" clId="{901DD31A-C0B4-4369-A32C-2CDA932FA59B}" dt="2022-01-30T18:11:07.032" v="506" actId="114"/>
      <pc:docMkLst>
        <pc:docMk/>
      </pc:docMkLst>
      <pc:sldChg chg="modSp mod">
        <pc:chgData name="Shawn Dill" userId="85d3f291-4b68-4d28-8ede-d8cf7a7b05b9" providerId="ADAL" clId="{901DD31A-C0B4-4369-A32C-2CDA932FA59B}" dt="2022-01-30T17:56:32.787" v="1" actId="20577"/>
        <pc:sldMkLst>
          <pc:docMk/>
          <pc:sldMk cId="0" sldId="256"/>
        </pc:sldMkLst>
        <pc:spChg chg="mod">
          <ac:chgData name="Shawn Dill" userId="85d3f291-4b68-4d28-8ede-d8cf7a7b05b9" providerId="ADAL" clId="{901DD31A-C0B4-4369-A32C-2CDA932FA59B}" dt="2022-01-30T17:56:32.787" v="1" actId="20577"/>
          <ac:spMkLst>
            <pc:docMk/>
            <pc:sldMk cId="0" sldId="256"/>
            <ac:spMk id="2" creationId="{00000000-0000-0000-0000-000000000000}"/>
          </ac:spMkLst>
        </pc:spChg>
      </pc:sldChg>
      <pc:sldChg chg="modSp mod">
        <pc:chgData name="Shawn Dill" userId="85d3f291-4b68-4d28-8ede-d8cf7a7b05b9" providerId="ADAL" clId="{901DD31A-C0B4-4369-A32C-2CDA932FA59B}" dt="2022-01-30T18:11:07.032" v="506" actId="114"/>
        <pc:sldMkLst>
          <pc:docMk/>
          <pc:sldMk cId="1472328323" sldId="269"/>
        </pc:sldMkLst>
        <pc:spChg chg="mod">
          <ac:chgData name="Shawn Dill" userId="85d3f291-4b68-4d28-8ede-d8cf7a7b05b9" providerId="ADAL" clId="{901DD31A-C0B4-4369-A32C-2CDA932FA59B}" dt="2022-01-30T18:02:31.564" v="122" actId="14100"/>
          <ac:spMkLst>
            <pc:docMk/>
            <pc:sldMk cId="1472328323" sldId="269"/>
            <ac:spMk id="2" creationId="{00000000-0000-0000-0000-000000000000}"/>
          </ac:spMkLst>
        </pc:spChg>
        <pc:spChg chg="mod">
          <ac:chgData name="Shawn Dill" userId="85d3f291-4b68-4d28-8ede-d8cf7a7b05b9" providerId="ADAL" clId="{901DD31A-C0B4-4369-A32C-2CDA932FA59B}" dt="2022-01-30T18:11:07.032" v="506" actId="114"/>
          <ac:spMkLst>
            <pc:docMk/>
            <pc:sldMk cId="1472328323" sldId="269"/>
            <ac:spMk id="3" creationId="{00000000-0000-0000-0000-000000000000}"/>
          </ac:spMkLst>
        </pc:spChg>
      </pc:sldChg>
    </pc:docChg>
  </pc:docChgLst>
  <pc:docChgLst>
    <pc:chgData name="Shawn Dill" userId="85d3f291-4b68-4d28-8ede-d8cf7a7b05b9" providerId="ADAL" clId="{9C04D7DF-DCBA-4361-A63C-85D69D74A5ED}"/>
    <pc:docChg chg="undo custSel modSld">
      <pc:chgData name="Shawn Dill" userId="85d3f291-4b68-4d28-8ede-d8cf7a7b05b9" providerId="ADAL" clId="{9C04D7DF-DCBA-4361-A63C-85D69D74A5ED}" dt="2021-03-08T23:32:05.574" v="627" actId="14100"/>
      <pc:docMkLst>
        <pc:docMk/>
      </pc:docMkLst>
      <pc:sldChg chg="modSp mod">
        <pc:chgData name="Shawn Dill" userId="85d3f291-4b68-4d28-8ede-d8cf7a7b05b9" providerId="ADAL" clId="{9C04D7DF-DCBA-4361-A63C-85D69D74A5ED}" dt="2021-03-08T23:32:05.574" v="627" actId="14100"/>
        <pc:sldMkLst>
          <pc:docMk/>
          <pc:sldMk cId="0" sldId="256"/>
        </pc:sldMkLst>
        <pc:spChg chg="mod">
          <ac:chgData name="Shawn Dill" userId="85d3f291-4b68-4d28-8ede-d8cf7a7b05b9" providerId="ADAL" clId="{9C04D7DF-DCBA-4361-A63C-85D69D74A5ED}" dt="2021-03-08T23:32:05.574" v="627" actId="14100"/>
          <ac:spMkLst>
            <pc:docMk/>
            <pc:sldMk cId="0" sldId="256"/>
            <ac:spMk id="2" creationId="{00000000-0000-0000-0000-000000000000}"/>
          </ac:spMkLst>
        </pc:spChg>
      </pc:sldChg>
      <pc:sldChg chg="modSp mod">
        <pc:chgData name="Shawn Dill" userId="85d3f291-4b68-4d28-8ede-d8cf7a7b05b9" providerId="ADAL" clId="{9C04D7DF-DCBA-4361-A63C-85D69D74A5ED}" dt="2021-03-08T23:14:31.747" v="561" actId="20577"/>
        <pc:sldMkLst>
          <pc:docMk/>
          <pc:sldMk cId="0" sldId="264"/>
        </pc:sldMkLst>
        <pc:spChg chg="mod">
          <ac:chgData name="Shawn Dill" userId="85d3f291-4b68-4d28-8ede-d8cf7a7b05b9" providerId="ADAL" clId="{9C04D7DF-DCBA-4361-A63C-85D69D74A5ED}" dt="2021-03-08T23:14:31.747" v="561" actId="20577"/>
          <ac:spMkLst>
            <pc:docMk/>
            <pc:sldMk cId="0" sldId="264"/>
            <ac:spMk id="3" creationId="{00000000-0000-0000-0000-000000000000}"/>
          </ac:spMkLst>
        </pc:spChg>
      </pc:sldChg>
      <pc:sldChg chg="modSp mod">
        <pc:chgData name="Shawn Dill" userId="85d3f291-4b68-4d28-8ede-d8cf7a7b05b9" providerId="ADAL" clId="{9C04D7DF-DCBA-4361-A63C-85D69D74A5ED}" dt="2021-03-08T23:17:25.937" v="609" actId="113"/>
        <pc:sldMkLst>
          <pc:docMk/>
          <pc:sldMk cId="779400295" sldId="280"/>
        </pc:sldMkLst>
        <pc:spChg chg="mod">
          <ac:chgData name="Shawn Dill" userId="85d3f291-4b68-4d28-8ede-d8cf7a7b05b9" providerId="ADAL" clId="{9C04D7DF-DCBA-4361-A63C-85D69D74A5ED}" dt="2021-03-08T23:16:44.427" v="568" actId="20577"/>
          <ac:spMkLst>
            <pc:docMk/>
            <pc:sldMk cId="779400295" sldId="280"/>
            <ac:spMk id="2" creationId="{00000000-0000-0000-0000-000000000000}"/>
          </ac:spMkLst>
        </pc:spChg>
        <pc:spChg chg="mod">
          <ac:chgData name="Shawn Dill" userId="85d3f291-4b68-4d28-8ede-d8cf7a7b05b9" providerId="ADAL" clId="{9C04D7DF-DCBA-4361-A63C-85D69D74A5ED}" dt="2021-03-08T23:17:25.937" v="609" actId="113"/>
          <ac:spMkLst>
            <pc:docMk/>
            <pc:sldMk cId="779400295" sldId="280"/>
            <ac:spMk id="3" creationId="{00000000-0000-0000-0000-000000000000}"/>
          </ac:spMkLst>
        </pc:spChg>
      </pc:sldChg>
      <pc:sldChg chg="modSp mod">
        <pc:chgData name="Shawn Dill" userId="85d3f291-4b68-4d28-8ede-d8cf7a7b05b9" providerId="ADAL" clId="{9C04D7DF-DCBA-4361-A63C-85D69D74A5ED}" dt="2021-03-08T23:17:43.339" v="612" actId="5793"/>
        <pc:sldMkLst>
          <pc:docMk/>
          <pc:sldMk cId="533182055" sldId="283"/>
        </pc:sldMkLst>
        <pc:spChg chg="mod">
          <ac:chgData name="Shawn Dill" userId="85d3f291-4b68-4d28-8ede-d8cf7a7b05b9" providerId="ADAL" clId="{9C04D7DF-DCBA-4361-A63C-85D69D74A5ED}" dt="2021-03-08T23:17:43.339" v="612" actId="5793"/>
          <ac:spMkLst>
            <pc:docMk/>
            <pc:sldMk cId="533182055" sldId="283"/>
            <ac:spMk id="3" creationId="{00000000-0000-0000-0000-000000000000}"/>
          </ac:spMkLst>
        </pc:spChg>
      </pc:sldChg>
      <pc:sldChg chg="modSp mod">
        <pc:chgData name="Shawn Dill" userId="85d3f291-4b68-4d28-8ede-d8cf7a7b05b9" providerId="ADAL" clId="{9C04D7DF-DCBA-4361-A63C-85D69D74A5ED}" dt="2021-03-08T23:17:55.420" v="618" actId="27636"/>
        <pc:sldMkLst>
          <pc:docMk/>
          <pc:sldMk cId="4288490751" sldId="284"/>
        </pc:sldMkLst>
        <pc:spChg chg="mod">
          <ac:chgData name="Shawn Dill" userId="85d3f291-4b68-4d28-8ede-d8cf7a7b05b9" providerId="ADAL" clId="{9C04D7DF-DCBA-4361-A63C-85D69D74A5ED}" dt="2021-03-08T23:17:55.420" v="618" actId="27636"/>
          <ac:spMkLst>
            <pc:docMk/>
            <pc:sldMk cId="4288490751" sldId="284"/>
            <ac:spMk id="3" creationId="{00000000-0000-0000-0000-000000000000}"/>
          </ac:spMkLst>
        </pc:spChg>
      </pc:sldChg>
      <pc:sldChg chg="modSp mod modNotesTx">
        <pc:chgData name="Shawn Dill" userId="85d3f291-4b68-4d28-8ede-d8cf7a7b05b9" providerId="ADAL" clId="{9C04D7DF-DCBA-4361-A63C-85D69D74A5ED}" dt="2021-03-08T23:13:10.885" v="559" actId="313"/>
        <pc:sldMkLst>
          <pc:docMk/>
          <pc:sldMk cId="4141766854" sldId="285"/>
        </pc:sldMkLst>
        <pc:spChg chg="mod">
          <ac:chgData name="Shawn Dill" userId="85d3f291-4b68-4d28-8ede-d8cf7a7b05b9" providerId="ADAL" clId="{9C04D7DF-DCBA-4361-A63C-85D69D74A5ED}" dt="2021-03-08T23:04:29.151" v="378" actId="1076"/>
          <ac:spMkLst>
            <pc:docMk/>
            <pc:sldMk cId="4141766854" sldId="285"/>
            <ac:spMk id="2" creationId="{00000000-0000-0000-0000-000000000000}"/>
          </ac:spMkLst>
        </pc:spChg>
        <pc:spChg chg="mod">
          <ac:chgData name="Shawn Dill" userId="85d3f291-4b68-4d28-8ede-d8cf7a7b05b9" providerId="ADAL" clId="{9C04D7DF-DCBA-4361-A63C-85D69D74A5ED}" dt="2021-03-08T23:13:10.885" v="559" actId="313"/>
          <ac:spMkLst>
            <pc:docMk/>
            <pc:sldMk cId="4141766854" sldId="285"/>
            <ac:spMk id="3" creationId="{00000000-0000-0000-0000-000000000000}"/>
          </ac:spMkLst>
        </pc:spChg>
      </pc:sldChg>
    </pc:docChg>
  </pc:docChgLst>
  <pc:docChgLst>
    <pc:chgData name="Shawn Dill" userId="85d3f291-4b68-4d28-8ede-d8cf7a7b05b9" providerId="ADAL" clId="{7B582D7B-9B32-49E3-AB3C-8B1F6D5C8EFD}"/>
    <pc:docChg chg="custSel delSld modSld">
      <pc:chgData name="Shawn Dill" userId="85d3f291-4b68-4d28-8ede-d8cf7a7b05b9" providerId="ADAL" clId="{7B582D7B-9B32-49E3-AB3C-8B1F6D5C8EFD}" dt="2021-03-31T18:03:58" v="540" actId="207"/>
      <pc:docMkLst>
        <pc:docMk/>
      </pc:docMkLst>
      <pc:sldChg chg="modSp mod">
        <pc:chgData name="Shawn Dill" userId="85d3f291-4b68-4d28-8ede-d8cf7a7b05b9" providerId="ADAL" clId="{7B582D7B-9B32-49E3-AB3C-8B1F6D5C8EFD}" dt="2021-03-31T18:03:31.392" v="534" actId="20577"/>
        <pc:sldMkLst>
          <pc:docMk/>
          <pc:sldMk cId="0" sldId="256"/>
        </pc:sldMkLst>
        <pc:spChg chg="mod">
          <ac:chgData name="Shawn Dill" userId="85d3f291-4b68-4d28-8ede-d8cf7a7b05b9" providerId="ADAL" clId="{7B582D7B-9B32-49E3-AB3C-8B1F6D5C8EFD}" dt="2021-03-31T18:03:31.392" v="534" actId="20577"/>
          <ac:spMkLst>
            <pc:docMk/>
            <pc:sldMk cId="0" sldId="256"/>
            <ac:spMk id="2" creationId="{00000000-0000-0000-0000-000000000000}"/>
          </ac:spMkLst>
        </pc:spChg>
      </pc:sldChg>
      <pc:sldChg chg="modSp mod modNotesTx">
        <pc:chgData name="Shawn Dill" userId="85d3f291-4b68-4d28-8ede-d8cf7a7b05b9" providerId="ADAL" clId="{7B582D7B-9B32-49E3-AB3C-8B1F6D5C8EFD}" dt="2021-03-31T18:03:58" v="540" actId="207"/>
        <pc:sldMkLst>
          <pc:docMk/>
          <pc:sldMk cId="779400295" sldId="280"/>
        </pc:sldMkLst>
        <pc:spChg chg="mod">
          <ac:chgData name="Shawn Dill" userId="85d3f291-4b68-4d28-8ede-d8cf7a7b05b9" providerId="ADAL" clId="{7B582D7B-9B32-49E3-AB3C-8B1F6D5C8EFD}" dt="2021-03-31T17:58:00.238" v="517" actId="6549"/>
          <ac:spMkLst>
            <pc:docMk/>
            <pc:sldMk cId="779400295" sldId="280"/>
            <ac:spMk id="2" creationId="{00000000-0000-0000-0000-000000000000}"/>
          </ac:spMkLst>
        </pc:spChg>
        <pc:spChg chg="mod">
          <ac:chgData name="Shawn Dill" userId="85d3f291-4b68-4d28-8ede-d8cf7a7b05b9" providerId="ADAL" clId="{7B582D7B-9B32-49E3-AB3C-8B1F6D5C8EFD}" dt="2021-03-31T18:03:58" v="540" actId="207"/>
          <ac:spMkLst>
            <pc:docMk/>
            <pc:sldMk cId="779400295" sldId="280"/>
            <ac:spMk id="3" creationId="{00000000-0000-0000-0000-000000000000}"/>
          </ac:spMkLst>
        </pc:spChg>
      </pc:sldChg>
      <pc:sldChg chg="modSp mod modNotesTx">
        <pc:chgData name="Shawn Dill" userId="85d3f291-4b68-4d28-8ede-d8cf7a7b05b9" providerId="ADAL" clId="{7B582D7B-9B32-49E3-AB3C-8B1F6D5C8EFD}" dt="2021-03-31T17:58:08.019" v="529" actId="20577"/>
        <pc:sldMkLst>
          <pc:docMk/>
          <pc:sldMk cId="533182055" sldId="283"/>
        </pc:sldMkLst>
        <pc:spChg chg="mod">
          <ac:chgData name="Shawn Dill" userId="85d3f291-4b68-4d28-8ede-d8cf7a7b05b9" providerId="ADAL" clId="{7B582D7B-9B32-49E3-AB3C-8B1F6D5C8EFD}" dt="2021-03-31T17:58:08.019" v="529" actId="20577"/>
          <ac:spMkLst>
            <pc:docMk/>
            <pc:sldMk cId="533182055" sldId="283"/>
            <ac:spMk id="2" creationId="{00000000-0000-0000-0000-000000000000}"/>
          </ac:spMkLst>
        </pc:spChg>
        <pc:spChg chg="mod">
          <ac:chgData name="Shawn Dill" userId="85d3f291-4b68-4d28-8ede-d8cf7a7b05b9" providerId="ADAL" clId="{7B582D7B-9B32-49E3-AB3C-8B1F6D5C8EFD}" dt="2021-03-31T17:56:42.045" v="387" actId="6549"/>
          <ac:spMkLst>
            <pc:docMk/>
            <pc:sldMk cId="533182055" sldId="283"/>
            <ac:spMk id="3" creationId="{00000000-0000-0000-0000-000000000000}"/>
          </ac:spMkLst>
        </pc:spChg>
      </pc:sldChg>
      <pc:sldChg chg="del modNotesTx">
        <pc:chgData name="Shawn Dill" userId="85d3f291-4b68-4d28-8ede-d8cf7a7b05b9" providerId="ADAL" clId="{7B582D7B-9B32-49E3-AB3C-8B1F6D5C8EFD}" dt="2021-03-31T17:52:08.625" v="5" actId="47"/>
        <pc:sldMkLst>
          <pc:docMk/>
          <pc:sldMk cId="4288490751" sldId="284"/>
        </pc:sldMkLst>
      </pc:sldChg>
      <pc:sldChg chg="modSp mod">
        <pc:chgData name="Shawn Dill" userId="85d3f291-4b68-4d28-8ede-d8cf7a7b05b9" providerId="ADAL" clId="{7B582D7B-9B32-49E3-AB3C-8B1F6D5C8EFD}" dt="2021-03-31T17:51:23.494" v="1" actId="27636"/>
        <pc:sldMkLst>
          <pc:docMk/>
          <pc:sldMk cId="4141766854" sldId="285"/>
        </pc:sldMkLst>
        <pc:spChg chg="mod">
          <ac:chgData name="Shawn Dill" userId="85d3f291-4b68-4d28-8ede-d8cf7a7b05b9" providerId="ADAL" clId="{7B582D7B-9B32-49E3-AB3C-8B1F6D5C8EFD}" dt="2021-03-31T17:51:23.494" v="1" actId="27636"/>
          <ac:spMkLst>
            <pc:docMk/>
            <pc:sldMk cId="4141766854" sldId="285"/>
            <ac:spMk id="3" creationId="{00000000-0000-0000-0000-000000000000}"/>
          </ac:spMkLst>
        </pc:spChg>
      </pc:sldChg>
    </pc:docChg>
  </pc:docChgLst>
  <pc:docChgLst>
    <pc:chgData name="Shawn Dill" userId="85d3f291-4b68-4d28-8ede-d8cf7a7b05b9" providerId="ADAL" clId="{5CDF6A14-D5AF-4EA0-B98A-2C111584E234}"/>
    <pc:docChg chg="undo modSld">
      <pc:chgData name="Shawn Dill" userId="85d3f291-4b68-4d28-8ede-d8cf7a7b05b9" providerId="ADAL" clId="{5CDF6A14-D5AF-4EA0-B98A-2C111584E234}" dt="2021-01-12T01:25:03.935" v="39" actId="207"/>
      <pc:docMkLst>
        <pc:docMk/>
      </pc:docMkLst>
      <pc:sldChg chg="modSp">
        <pc:chgData name="Shawn Dill" userId="85d3f291-4b68-4d28-8ede-d8cf7a7b05b9" providerId="ADAL" clId="{5CDF6A14-D5AF-4EA0-B98A-2C111584E234}" dt="2021-01-12T01:25:03.935" v="39" actId="207"/>
        <pc:sldMkLst>
          <pc:docMk/>
          <pc:sldMk cId="1472328323" sldId="269"/>
        </pc:sldMkLst>
        <pc:spChg chg="mod">
          <ac:chgData name="Shawn Dill" userId="85d3f291-4b68-4d28-8ede-d8cf7a7b05b9" providerId="ADAL" clId="{5CDF6A14-D5AF-4EA0-B98A-2C111584E234}" dt="2021-01-12T01:25:03.935" v="39" actId="207"/>
          <ac:spMkLst>
            <pc:docMk/>
            <pc:sldMk cId="1472328323" sldId="269"/>
            <ac:spMk id="3" creationId="{00000000-0000-0000-0000-000000000000}"/>
          </ac:spMkLst>
        </pc:spChg>
      </pc:sldChg>
      <pc:sldChg chg="modSp">
        <pc:chgData name="Shawn Dill" userId="85d3f291-4b68-4d28-8ede-d8cf7a7b05b9" providerId="ADAL" clId="{5CDF6A14-D5AF-4EA0-B98A-2C111584E234}" dt="2020-12-17T13:41:55.830" v="4" actId="20577"/>
        <pc:sldMkLst>
          <pc:docMk/>
          <pc:sldMk cId="4141766854" sldId="285"/>
        </pc:sldMkLst>
        <pc:spChg chg="mod">
          <ac:chgData name="Shawn Dill" userId="85d3f291-4b68-4d28-8ede-d8cf7a7b05b9" providerId="ADAL" clId="{5CDF6A14-D5AF-4EA0-B98A-2C111584E234}" dt="2020-12-17T13:41:55.830" v="4" actId="20577"/>
          <ac:spMkLst>
            <pc:docMk/>
            <pc:sldMk cId="4141766854" sldId="285"/>
            <ac:spMk id="3" creationId="{00000000-0000-0000-0000-000000000000}"/>
          </ac:spMkLst>
        </pc:spChg>
      </pc:sldChg>
    </pc:docChg>
  </pc:docChgLst>
  <pc:docChgLst>
    <pc:chgData name="Shawn Dill" userId="85d3f291-4b68-4d28-8ede-d8cf7a7b05b9" providerId="ADAL" clId="{5D804369-7976-4141-A937-E3A0F2164350}"/>
    <pc:docChg chg="custSel modSld">
      <pc:chgData name="Shawn Dill" userId="85d3f291-4b68-4d28-8ede-d8cf7a7b05b9" providerId="ADAL" clId="{5D804369-7976-4141-A937-E3A0F2164350}" dt="2021-09-01T22:59:13.591" v="262" actId="20577"/>
      <pc:docMkLst>
        <pc:docMk/>
      </pc:docMkLst>
      <pc:sldChg chg="modSp mod">
        <pc:chgData name="Shawn Dill" userId="85d3f291-4b68-4d28-8ede-d8cf7a7b05b9" providerId="ADAL" clId="{5D804369-7976-4141-A937-E3A0F2164350}" dt="2021-08-29T13:22:06.851" v="231" actId="20577"/>
        <pc:sldMkLst>
          <pc:docMk/>
          <pc:sldMk cId="0" sldId="263"/>
        </pc:sldMkLst>
        <pc:spChg chg="mod">
          <ac:chgData name="Shawn Dill" userId="85d3f291-4b68-4d28-8ede-d8cf7a7b05b9" providerId="ADAL" clId="{5D804369-7976-4141-A937-E3A0F2164350}" dt="2021-08-29T13:22:06.851" v="231" actId="20577"/>
          <ac:spMkLst>
            <pc:docMk/>
            <pc:sldMk cId="0" sldId="263"/>
            <ac:spMk id="3" creationId="{00000000-0000-0000-0000-000000000000}"/>
          </ac:spMkLst>
        </pc:spChg>
      </pc:sldChg>
      <pc:sldChg chg="modSp mod">
        <pc:chgData name="Shawn Dill" userId="85d3f291-4b68-4d28-8ede-d8cf7a7b05b9" providerId="ADAL" clId="{5D804369-7976-4141-A937-E3A0F2164350}" dt="2021-09-01T22:59:13.591" v="262" actId="20577"/>
        <pc:sldMkLst>
          <pc:docMk/>
          <pc:sldMk cId="4141766854" sldId="285"/>
        </pc:sldMkLst>
        <pc:spChg chg="mod">
          <ac:chgData name="Shawn Dill" userId="85d3f291-4b68-4d28-8ede-d8cf7a7b05b9" providerId="ADAL" clId="{5D804369-7976-4141-A937-E3A0F2164350}" dt="2021-09-01T22:59:13.591" v="262" actId="20577"/>
          <ac:spMkLst>
            <pc:docMk/>
            <pc:sldMk cId="4141766854" sldId="285"/>
            <ac:spMk id="3" creationId="{00000000-0000-0000-0000-000000000000}"/>
          </ac:spMkLst>
        </pc:s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98B2A-571A-4EAD-8ED7-CDCC30CD97AE}" type="datetimeFigureOut">
              <a:rPr lang="en-US" smtClean="0"/>
              <a:t>1/30/2022</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A39BE-8925-4BA6-A286-4B9403ACA3B4}" type="slidenum">
              <a:rPr lang="en-US" smtClean="0"/>
              <a:t>‹#›</a:t>
            </a:fld>
            <a:endParaRPr lang="en-US" dirty="0"/>
          </a:p>
        </p:txBody>
      </p:sp>
    </p:spTree>
    <p:extLst>
      <p:ext uri="{BB962C8B-B14F-4D97-AF65-F5344CB8AC3E}">
        <p14:creationId xmlns:p14="http://schemas.microsoft.com/office/powerpoint/2010/main" val="1220123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1</a:t>
            </a:fld>
            <a:endParaRPr lang="en-US" dirty="0"/>
          </a:p>
        </p:txBody>
      </p:sp>
    </p:spTree>
    <p:extLst>
      <p:ext uri="{BB962C8B-B14F-4D97-AF65-F5344CB8AC3E}">
        <p14:creationId xmlns:p14="http://schemas.microsoft.com/office/powerpoint/2010/main" val="511955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3</a:t>
            </a:fld>
            <a:endParaRPr lang="en-US" dirty="0"/>
          </a:p>
        </p:txBody>
      </p:sp>
    </p:spTree>
    <p:extLst>
      <p:ext uri="{BB962C8B-B14F-4D97-AF65-F5344CB8AC3E}">
        <p14:creationId xmlns:p14="http://schemas.microsoft.com/office/powerpoint/2010/main" val="2667172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4</a:t>
            </a:fld>
            <a:endParaRPr lang="en-US" dirty="0"/>
          </a:p>
        </p:txBody>
      </p:sp>
    </p:spTree>
    <p:extLst>
      <p:ext uri="{BB962C8B-B14F-4D97-AF65-F5344CB8AC3E}">
        <p14:creationId xmlns:p14="http://schemas.microsoft.com/office/powerpoint/2010/main" val="1056768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5</a:t>
            </a:fld>
            <a:endParaRPr lang="en-US" dirty="0"/>
          </a:p>
        </p:txBody>
      </p:sp>
    </p:spTree>
    <p:extLst>
      <p:ext uri="{BB962C8B-B14F-4D97-AF65-F5344CB8AC3E}">
        <p14:creationId xmlns:p14="http://schemas.microsoft.com/office/powerpoint/2010/main" val="3006423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6</a:t>
            </a:fld>
            <a:endParaRPr lang="en-US" dirty="0"/>
          </a:p>
        </p:txBody>
      </p:sp>
    </p:spTree>
    <p:extLst>
      <p:ext uri="{BB962C8B-B14F-4D97-AF65-F5344CB8AC3E}">
        <p14:creationId xmlns:p14="http://schemas.microsoft.com/office/powerpoint/2010/main" val="68686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7</a:t>
            </a:fld>
            <a:endParaRPr lang="en-US" dirty="0"/>
          </a:p>
        </p:txBody>
      </p:sp>
    </p:spTree>
    <p:extLst>
      <p:ext uri="{BB962C8B-B14F-4D97-AF65-F5344CB8AC3E}">
        <p14:creationId xmlns:p14="http://schemas.microsoft.com/office/powerpoint/2010/main" val="2266500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8</a:t>
            </a:fld>
            <a:endParaRPr lang="en-US" dirty="0"/>
          </a:p>
        </p:txBody>
      </p:sp>
    </p:spTree>
    <p:extLst>
      <p:ext uri="{BB962C8B-B14F-4D97-AF65-F5344CB8AC3E}">
        <p14:creationId xmlns:p14="http://schemas.microsoft.com/office/powerpoint/2010/main" val="3167001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9</a:t>
            </a:fld>
            <a:endParaRPr lang="en-US" dirty="0"/>
          </a:p>
        </p:txBody>
      </p:sp>
    </p:spTree>
    <p:extLst>
      <p:ext uri="{BB962C8B-B14F-4D97-AF65-F5344CB8AC3E}">
        <p14:creationId xmlns:p14="http://schemas.microsoft.com/office/powerpoint/2010/main" val="3743423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10</a:t>
            </a:fld>
            <a:endParaRPr lang="en-US" dirty="0"/>
          </a:p>
        </p:txBody>
      </p:sp>
    </p:spTree>
    <p:extLst>
      <p:ext uri="{BB962C8B-B14F-4D97-AF65-F5344CB8AC3E}">
        <p14:creationId xmlns:p14="http://schemas.microsoft.com/office/powerpoint/2010/main" val="66898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11</a:t>
            </a:fld>
            <a:endParaRPr lang="en-US" dirty="0"/>
          </a:p>
        </p:txBody>
      </p:sp>
    </p:spTree>
    <p:extLst>
      <p:ext uri="{BB962C8B-B14F-4D97-AF65-F5344CB8AC3E}">
        <p14:creationId xmlns:p14="http://schemas.microsoft.com/office/powerpoint/2010/main" val="422007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2A39BE-8925-4BA6-A286-4B9403ACA3B4}" type="slidenum">
              <a:rPr lang="en-US" smtClean="0"/>
              <a:t>12</a:t>
            </a:fld>
            <a:endParaRPr lang="en-US" dirty="0"/>
          </a:p>
        </p:txBody>
      </p:sp>
    </p:spTree>
    <p:extLst>
      <p:ext uri="{BB962C8B-B14F-4D97-AF65-F5344CB8AC3E}">
        <p14:creationId xmlns:p14="http://schemas.microsoft.com/office/powerpoint/2010/main" val="3100879347"/>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1E61C55-E56A-47A2-89B0-534BB6A44BAE}"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E61C55-E56A-47A2-89B0-534BB6A44BAE}"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91E61C55-E56A-47A2-89B0-534BB6A44BAE}" type="slidenum">
              <a:rPr lang="en-US" smtClean="0"/>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A6C3F61-05B7-416D-9DE5-41E51186446F}" type="datetimeFigureOut">
              <a:rPr lang="en-US" smtClean="0"/>
              <a:t>1/30/2022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E61C55-E56A-47A2-89B0-534BB6A44BAE}" type="slidenum">
              <a:rPr lang="en-US" smtClean="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A6C3F61-05B7-416D-9DE5-41E51186446F}" type="datetimeFigureOut">
              <a:rPr lang="en-US" smtClean="0"/>
              <a:t>1/30/2022</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1E61C55-E56A-47A2-89B0-534BB6A44BAE}" type="slidenum">
              <a:rPr lang="en-US" smtClean="0"/>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8458200" cy="1828800"/>
          </a:xfrm>
        </p:spPr>
        <p:txBody>
          <a:bodyPr>
            <a:normAutofit/>
          </a:bodyPr>
          <a:lstStyle/>
          <a:p>
            <a:pPr algn="l"/>
            <a:r>
              <a:rPr lang="en-US" dirty="0">
                <a:latin typeface="Arial" panose="020B0604020202020204" pitchFamily="34" charset="0"/>
                <a:cs typeface="Arial" panose="020B0604020202020204" pitchFamily="34" charset="0"/>
              </a:rPr>
              <a:t>C841 [IHP4] Task 2</a:t>
            </a:r>
          </a:p>
        </p:txBody>
      </p:sp>
      <p:sp>
        <p:nvSpPr>
          <p:cNvPr id="3" name="Subtitle 2"/>
          <p:cNvSpPr>
            <a:spLocks noGrp="1"/>
          </p:cNvSpPr>
          <p:nvPr>
            <p:ph type="subTitle" idx="1"/>
          </p:nvPr>
        </p:nvSpPr>
        <p:spPr>
          <a:xfrm>
            <a:off x="3886200" y="3429000"/>
            <a:ext cx="2901696" cy="1752600"/>
          </a:xfrm>
        </p:spPr>
        <p:txBody>
          <a:bodyPr/>
          <a:lstStyle/>
          <a:p>
            <a:pPr algn="l"/>
            <a:r>
              <a:rPr lang="en-US" dirty="0"/>
              <a:t>Sara Goodie</a:t>
            </a:r>
          </a:p>
          <a:p>
            <a:pPr algn="l"/>
            <a:r>
              <a:rPr lang="en-US" dirty="0"/>
              <a:t>IHP4 Task 2: Ethics in Information Security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A1/A1a. Relevant Ethical Guidelines Related to Information Security</a:t>
            </a:r>
          </a:p>
        </p:txBody>
      </p:sp>
      <p:sp>
        <p:nvSpPr>
          <p:cNvPr id="3" name="Content Placeholder 2"/>
          <p:cNvSpPr>
            <a:spLocks noGrp="1"/>
          </p:cNvSpPr>
          <p:nvPr>
            <p:ph idx="1"/>
          </p:nvPr>
        </p:nvSpPr>
        <p:spPr>
          <a:xfrm>
            <a:off x="457200" y="1935480"/>
            <a:ext cx="8382000" cy="4617720"/>
          </a:xfrm>
        </p:spPr>
        <p:txBody>
          <a:bodyPr>
            <a:normAutofit fontScale="85000" lnSpcReduction="20000"/>
          </a:bodyPr>
          <a:lstStyle/>
          <a:p>
            <a:pPr marL="514350" indent="-514350">
              <a:buFont typeface="+mj-lt"/>
              <a:buAutoNum type="arabicPeriod"/>
            </a:pPr>
            <a:r>
              <a:rPr lang="en-US" b="1" dirty="0"/>
              <a:t>Ethical Guideline #1: CISSP Code of Ethics – Protect Society and the Infrastructure</a:t>
            </a:r>
          </a:p>
          <a:p>
            <a:pPr marL="880110" lvl="1" indent="-514350">
              <a:buFont typeface="Wingdings" panose="05000000000000000000" pitchFamily="2" charset="2"/>
              <a:buChar char=""/>
            </a:pPr>
            <a:r>
              <a:rPr lang="en-US" dirty="0"/>
              <a:t>The (ISC)² Code of Ethics states that members must “Protect society, the common good, necessary public trust and confidence, and the infrastructure.”</a:t>
            </a:r>
          </a:p>
          <a:p>
            <a:pPr marL="880110" lvl="1" indent="-514350">
              <a:buFont typeface="Wingdings" panose="05000000000000000000" pitchFamily="2" charset="2"/>
              <a:buChar char=""/>
            </a:pPr>
            <a:r>
              <a:rPr lang="en-US" b="1" dirty="0"/>
              <a:t xml:space="preserve">Applicability: </a:t>
            </a:r>
            <a:r>
              <a:rPr lang="en-US" dirty="0"/>
              <a:t>TechFite’s Business Intelligence Unit directly violated this guideline by using Metasploit to perform unauthorized penetration and scanning of external companies’ IP addresses. Rather than protecting societal infrastructure and the organizations they encountered, BI Unit members Sarah Miller, Megan Rogers, and Jack Hudson covertly exploited network vulnerabilities of third parties, compromising the trust and safety of those systems.</a:t>
            </a:r>
          </a:p>
          <a:p>
            <a:pPr marL="514350" indent="-514350">
              <a:buFont typeface="+mj-lt"/>
              <a:buAutoNum type="arabicPeriod"/>
            </a:pPr>
            <a:r>
              <a:rPr lang="en-US" b="1" dirty="0"/>
              <a:t>Ethical Guideline #2: SCIP Code of Ethics – Avoid Illegal and Unethical Intelligence Activities</a:t>
            </a:r>
          </a:p>
          <a:p>
            <a:pPr marL="880110" lvl="1" indent="-514350">
              <a:buFont typeface="Wingdings" panose="05000000000000000000" pitchFamily="2" charset="2"/>
              <a:buChar char=""/>
            </a:pPr>
            <a:r>
              <a:rPr lang="en-US" dirty="0"/>
              <a:t>The Strategic and Competitive Intelligence Professionals (SCIP) Code of Ethics requires members to “comply with all applicable laws” and to “avoid any actions that could be considered improper or unethical in the gathering of competitive intelligence.”</a:t>
            </a:r>
          </a:p>
          <a:p>
            <a:pPr marL="880110" lvl="1" indent="-514350">
              <a:buFont typeface="Wingdings" panose="05000000000000000000" pitchFamily="2" charset="2"/>
              <a:buChar char=""/>
            </a:pPr>
            <a:r>
              <a:rPr lang="en-US" b="1" dirty="0"/>
              <a:t xml:space="preserve">Applicability: </a:t>
            </a:r>
            <a:r>
              <a:rPr lang="en-US" dirty="0"/>
              <a:t>Jack Hudson was found to be a member of SCIP, yet he coordinated third-party “dumpster diving” and trash surveillance against competitor companies – activities that directly contradict SCIP’s ethics code. By directing covert intelligence gathering through dummy accounts and illegal surveillance, Hudson violated the very professional standards his membership obligated him to uphold.</a:t>
            </a:r>
          </a:p>
          <a:p>
            <a:pPr marL="365760" lvl="1" indent="0">
              <a:buNone/>
            </a:pPr>
            <a:endParaRPr lang="en-US" dirty="0"/>
          </a:p>
          <a:p>
            <a:pPr marL="667512" lvl="2" indent="0">
              <a:buNone/>
            </a:pPr>
            <a:endParaRPr lang="en-US" dirty="0"/>
          </a:p>
          <a:p>
            <a:pPr lvl="2"/>
            <a:endParaRPr lang="en-US" dirty="0"/>
          </a:p>
          <a:p>
            <a:pPr marL="0" indent="0">
              <a:buNone/>
            </a:pPr>
            <a:endParaRPr lang="en-US" dirty="0"/>
          </a:p>
        </p:txBody>
      </p:sp>
    </p:spTree>
    <p:extLst>
      <p:ext uri="{BB962C8B-B14F-4D97-AF65-F5344CB8AC3E}">
        <p14:creationId xmlns:p14="http://schemas.microsoft.com/office/powerpoint/2010/main" val="1472328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381000"/>
            <a:ext cx="8610600" cy="1143000"/>
          </a:xfrm>
        </p:spPr>
        <p:txBody>
          <a:bodyPr>
            <a:normAutofit/>
          </a:bodyPr>
          <a:lstStyle/>
          <a:p>
            <a:r>
              <a:rPr lang="en-US" sz="3600" dirty="0"/>
              <a:t>A2. Unethical Practices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a:t>Unethical Practice #1: Misappropriation of Confidential Client Information</a:t>
            </a:r>
          </a:p>
          <a:p>
            <a:pPr marL="880110" lvl="1" indent="-514350">
              <a:buFont typeface="Wingdings" panose="05000000000000000000" pitchFamily="2" charset="2"/>
              <a:buChar char=""/>
            </a:pPr>
            <a:r>
              <a:rPr lang="en-US" dirty="0"/>
              <a:t>Carl Jaspers executed NDAs with potential clients Orange Leaf Software LLC and Union City Electronic Ventures, collecting proprietary technical questionnaire data under the pretense of confidentiality. That information was then shared with competing TechFite clients who later launched products eerily similar to those of Orange Leaf and Union City. This behavior fostered industrial espionage and a culture of deceit, betraying the fundamental trust between a consulting firm and its prospective clients.</a:t>
            </a:r>
          </a:p>
          <a:p>
            <a:pPr marL="880110" lvl="1" indent="-514350">
              <a:buFont typeface="Wingdings" panose="05000000000000000000" pitchFamily="2" charset="2"/>
              <a:buChar char=""/>
            </a:pPr>
            <a:r>
              <a:rPr lang="en-US" b="1" dirty="0"/>
              <a:t xml:space="preserve">Actors: </a:t>
            </a:r>
            <a:r>
              <a:rPr lang="en-US" dirty="0"/>
              <a:t>Carl Jaspers (head of Applications Division); BI Unit members Sarah Miller, Megan Rogers, and Jack Hudson who accessed and disseminated the information.</a:t>
            </a:r>
          </a:p>
          <a:p>
            <a:pPr marL="514350" indent="-514350">
              <a:buFont typeface="+mj-lt"/>
              <a:buAutoNum type="arabicPeriod"/>
            </a:pPr>
            <a:r>
              <a:rPr lang="en-US" b="1" dirty="0"/>
              <a:t>Unethical Practice #2: Unauthorized Covert Surveillance and Network Infiltration</a:t>
            </a:r>
          </a:p>
          <a:p>
            <a:pPr marL="880110" lvl="1" indent="-514350">
              <a:buFont typeface="Wingdings" panose="05000000000000000000" pitchFamily="2" charset="2"/>
              <a:buChar char=""/>
            </a:pPr>
            <a:r>
              <a:rPr lang="en-US" dirty="0"/>
              <a:t>The BI Unit deployed Metasploit on multiple machines to conduct unauthorized penetration and IP scanning of external companies. Additionally, Jack Hudson coordinated third-party “dumpster diving” and trash surveillance against competitors. These behaviors fostered a culture of covert intelligence gathering that bypassed legal and ethical boundaries, normalizing illegal corporate espionage within the division.</a:t>
            </a:r>
          </a:p>
          <a:p>
            <a:pPr marL="880110" lvl="1" indent="-514350">
              <a:buFont typeface="Wingdings" panose="05000000000000000000" pitchFamily="2" charset="2"/>
              <a:buChar char=""/>
            </a:pPr>
            <a:r>
              <a:rPr lang="en-US" b="1" dirty="0"/>
              <a:t xml:space="preserve">Actors: </a:t>
            </a:r>
            <a:r>
              <a:rPr lang="en-US" dirty="0"/>
              <a:t>Sarah Miller (senior analyst, highest network scanning traffic), Megan Rogers and Jack Hudson (directed by Miller); Jack Hudson (coordinated external trash surveillance).</a:t>
            </a:r>
          </a:p>
        </p:txBody>
      </p:sp>
    </p:spTree>
    <p:extLst>
      <p:ext uri="{BB962C8B-B14F-4D97-AF65-F5344CB8AC3E}">
        <p14:creationId xmlns:p14="http://schemas.microsoft.com/office/powerpoint/2010/main" val="2278157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A3. Factors Contributing to Lax Ethical Behavior</a:t>
            </a:r>
          </a:p>
        </p:txBody>
      </p:sp>
      <p:sp>
        <p:nvSpPr>
          <p:cNvPr id="3" name="Content Placeholder 2"/>
          <p:cNvSpPr>
            <a:spLocks noGrp="1"/>
          </p:cNvSpPr>
          <p:nvPr>
            <p:ph idx="1"/>
          </p:nvPr>
        </p:nvSpPr>
        <p:spPr>
          <a:xfrm>
            <a:off x="457200" y="1935480"/>
            <a:ext cx="8382000" cy="4617720"/>
          </a:xfrm>
        </p:spPr>
        <p:txBody>
          <a:bodyPr>
            <a:normAutofit fontScale="85000" lnSpcReduction="20000"/>
          </a:bodyPr>
          <a:lstStyle/>
          <a:p>
            <a:pPr marL="514350" indent="-514350">
              <a:buFont typeface="+mj-lt"/>
              <a:buAutoNum type="arabicPeriod"/>
            </a:pPr>
            <a:r>
              <a:rPr lang="en-US" b="1" dirty="0"/>
              <a:t>Factor #1: Absence of the Principle of Least Privilege and Separation of Duties</a:t>
            </a:r>
          </a:p>
          <a:p>
            <a:pPr marL="880110" lvl="1" indent="-514350">
              <a:buFont typeface="Wingdings" panose="05000000000000000000" pitchFamily="2" charset="2"/>
              <a:buChar char=""/>
            </a:pPr>
            <a:r>
              <a:rPr lang="en-US" dirty="0"/>
              <a:t>TechFite’s Applications Division failed to enforce the principle of least privilege or separation of duties. Every workstation in the BI Unit had full administrative rights, and there was no IT segmentation between the BI Unit and the marketing/sales unit. This structural gap allowed Carl Jaspers to escalate privileges on dummy accounts, enabling the BI Unit to access legal, HR, and finance department records without authorization. The same person in marketing could create customers, report sales, and post sales – a clear separation-of-duties failure that enabled financial manipulation through the three shell companies.</a:t>
            </a:r>
          </a:p>
          <a:p>
            <a:pPr marL="514350" indent="-514350">
              <a:buFont typeface="+mj-lt"/>
              <a:buAutoNum type="arabicPeriod"/>
            </a:pPr>
            <a:r>
              <a:rPr lang="en-US" b="1" dirty="0"/>
              <a:t>Factor #2: Conflict of Interest Between IT Security Analyst and the Overseen Division</a:t>
            </a:r>
          </a:p>
          <a:p>
            <a:pPr marL="880110" lvl="1" indent="-514350">
              <a:buFont typeface="Wingdings" panose="05000000000000000000" pitchFamily="2" charset="2"/>
              <a:buChar char=""/>
            </a:pPr>
            <a:r>
              <a:rPr lang="en-US" dirty="0"/>
              <a:t>IT Security Analyst Nadia Johnson was responsible for reviewing and reporting on the Applications Division’s security posture, yet she had a close personal relationship with Carl Jaspers – the very division head she was overseeing. Jaspers regularly gave Johnson’s boss positive recommendations that benefited her annual raises, and social media documented frequent social events between the two. TechFite had no policy barring such relationships. This conflict of interest led Johnson to produce blanket “no irregularities” reports while omitting critical details about privilege escalation, internal network surveillance, and DLP failures – directly enabling the criminal activity to continue undetected.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B1. Information Security Policies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a:t>Information Security Policy #1: Principle of Least Privilege and Access Control Policy</a:t>
            </a:r>
          </a:p>
          <a:p>
            <a:pPr marL="880110" lvl="1" indent="-514350">
              <a:buFont typeface="Wingdings" panose="05000000000000000000" pitchFamily="2" charset="2"/>
              <a:buChar char=""/>
            </a:pPr>
            <a:r>
              <a:rPr lang="en-US" dirty="0"/>
              <a:t>This policy mandates that all user accounts receive only the permissions necessary for their specific job role, with regular audits to confirm appropriate access levels. Criminal activity prevention: Had this policy been enforced, Carl Jaspers could not have escalated privileges on dummy accounts to grant the BI Unit unauthorized access to legal, HR, and finance records – directly reducing criminal unauthorized access in violation of the CFAA. Negligent act deterrence: Nadia Johnson’s failure to audit user account privileges would have been flagged under a formal access control review cycle, deterring her negligent reporting. Intellectual property protection: Proper access segmentation would have prevented the BI Unit from accessing and misappropriating proprietary client data belonging to Orange Leaf Software LLC and Union City Electronic Ventures.</a:t>
            </a:r>
          </a:p>
          <a:p>
            <a:pPr marL="514350" indent="-514350">
              <a:buFont typeface="+mj-lt"/>
              <a:buAutoNum type="arabicPeriod"/>
            </a:pPr>
            <a:r>
              <a:rPr lang="en-US" b="1" dirty="0"/>
              <a:t>Information Security Policy #2: Acceptable Use Policy (AUP) for Security Tools and Network Resources</a:t>
            </a:r>
          </a:p>
          <a:p>
            <a:pPr marL="880110" lvl="1" indent="-514350">
              <a:buFont typeface="Wingdings" panose="05000000000000000000" pitchFamily="2" charset="2"/>
              <a:buChar char=""/>
            </a:pPr>
            <a:r>
              <a:rPr lang="en-US" dirty="0"/>
              <a:t>This policy defines explicitly permissible uses of TechFite’s network, systems, and security tools, requiring employee acknowledgment via signature. Criminal activity prevention: An AUP explicitly prohibiting unauthorized use of penetration tools like Metasploit against external networks would have deterred – and provided a clear legal basis for prosecuting – the BI Unit’s unauthorized scanning of competitor IP addresses, addressing ECPA violations. Negligent act deterrence: With signed acknowledgment, employees cannot claim ignorance of prohibited conduct; this creates personal accountability that discourages passive negligence. Intellectual property protection: AUP clauses prohibiting unauthorized intelligence gathering (“dumpster diving,” covert surveillance) would have deterred Jack Hudson’s coordination of third-party trash surveillance targeting competitor intellectual assets.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B2. Security Awareness Training and Education (SATE) Components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a:t>SATE Component #1: Program Oversight, Participation Requirements, and Delivery</a:t>
            </a:r>
          </a:p>
          <a:p>
            <a:pPr marL="880110" lvl="1" indent="-514350">
              <a:buFont typeface="Wingdings" panose="05000000000000000000" pitchFamily="2" charset="2"/>
              <a:buChar char=""/>
            </a:pPr>
            <a:r>
              <a:rPr lang="en-US" dirty="0"/>
              <a:t>Oversight and Management: The Chief Information Security Officer (CISO), operating independently of any single division head, should oversee the SATE program to eliminate the conflict of interest observed between Jaspers and Johnson. An independent ethics and compliance officer should co-manage the program. Participation: All TechFite employees are required to complete the SATE program upon hire and annually thereafter, with mandatory completion tracked in the HR system. This includes executives, IT staff, security analysts, and BI Unit personnel. Delivery: Training will be delivered by the internal IT Security team in partnership with an external cybersecurity training vendor to ensure objectivity. Modules will combine online e-learning for baseline topics with live instructor-led sessions for role-specific scenarios.</a:t>
            </a:r>
          </a:p>
          <a:p>
            <a:pPr marL="514350" indent="-514350">
              <a:buFont typeface="+mj-lt"/>
              <a:buAutoNum type="arabicPeriod"/>
            </a:pPr>
            <a:r>
              <a:rPr lang="en-US" b="1" dirty="0"/>
              <a:t>SATE Component #2: Non-Compliance Consequences and Training Periodicity</a:t>
            </a:r>
          </a:p>
          <a:p>
            <a:pPr marL="880110" lvl="1" indent="-514350">
              <a:buFont typeface="Wingdings" panose="05000000000000000000" pitchFamily="2" charset="2"/>
              <a:buChar char=""/>
            </a:pPr>
            <a:r>
              <a:rPr lang="en-US" dirty="0"/>
              <a:t>Consequences for Non-Compliance: Employees who fail to complete training within the required window will face a written warning on first offense, suspension of system access privileges pending completion on second offense, and formal disciplinary action up to and including termination for repeated non-compliance. Any policy violation discovered post-training will be escalated to HR and legal. Periodicity: Annual mandatory refresher training for all staff; quarterly targeted training for high-risk roles (BI Unit analysts, IT Security staff, division heads); immediate ad-hoc training when new threats, tools, or regulatory changes are identified. Completion certificates are maintained as records.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B2a. SATE Program Communication</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a:t>SATE Communication Plan: How Employees Will Be Informed</a:t>
            </a:r>
          </a:p>
          <a:p>
            <a:pPr marL="880110" lvl="1" indent="-514350">
              <a:buFont typeface="Wingdings" panose="05000000000000000000" pitchFamily="2" charset="2"/>
              <a:buChar char=""/>
            </a:pPr>
            <a:r>
              <a:rPr lang="en-US" b="1" dirty="0"/>
              <a:t xml:space="preserve">Executive Announcement: </a:t>
            </a:r>
            <a:r>
              <a:rPr lang="en-US" dirty="0"/>
              <a:t>The CEO or Board Chairperson will issue a formal all-hands email and a recorded video message announcing the launch of the SATE program. This top-down communication establishes the program’s authority and signals to all employees – including division heads like Carl Jaspers – that ethical compliance is a leadership priority.</a:t>
            </a:r>
          </a:p>
          <a:p>
            <a:pPr marL="880110" lvl="1" indent="-514350">
              <a:buFont typeface="Wingdings" panose="05000000000000000000" pitchFamily="2" charset="2"/>
              <a:buChar char=""/>
            </a:pPr>
            <a:r>
              <a:rPr lang="en-US" b="1" dirty="0"/>
              <a:t xml:space="preserve">HR Onboarding Integration: </a:t>
            </a:r>
            <a:r>
              <a:rPr lang="en-US" dirty="0"/>
              <a:t>For all new hires, the SATE program will be formally introduced during the onboarding process. Employees will receive a printed and digital welcome packet describing program objectives, requirements, and consequences for non-compliance, along with a signature acknowledgment form to be retained in their personnel file.</a:t>
            </a:r>
          </a:p>
          <a:p>
            <a:pPr marL="880110" lvl="1" indent="-514350">
              <a:buFont typeface="Wingdings" panose="05000000000000000000" pitchFamily="2" charset="2"/>
              <a:buChar char=""/>
            </a:pPr>
            <a:r>
              <a:rPr lang="en-US" b="1" dirty="0"/>
              <a:t xml:space="preserve">Intranet Portal and LMS: </a:t>
            </a:r>
            <a:r>
              <a:rPr lang="en-US" dirty="0"/>
              <a:t>A dedicated SATE page on TechFite’s internal intranet will house training schedules, course links, policy documents, and FAQs. Automated reminders via the Learning Management System (LMS) will notify employees 30 days, 7 days, and 1 day before training deadlines, with manager alerts for non-completions.</a:t>
            </a:r>
          </a:p>
          <a:p>
            <a:pPr marL="880110" lvl="1" indent="-514350">
              <a:buFont typeface="Wingdings" panose="05000000000000000000" pitchFamily="2" charset="2"/>
              <a:buChar char=""/>
            </a:pPr>
            <a:r>
              <a:rPr lang="en-US" b="1" dirty="0"/>
              <a:t xml:space="preserve">Department Manager Briefings: </a:t>
            </a:r>
            <a:r>
              <a:rPr lang="en-US" dirty="0"/>
              <a:t>A live briefing will be held with all department managers (excluding any under active investigation) to walk through the program components, their roles in enforcing participation, and how to escalate suspected violations. Managers will serve as accountable points of contact within each team.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B2b. SATE Program Justification</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a:t>Undesirable Behavior #1: Covert Network Scanning and Unauthorized Use of Penetration Testing Tools (Metasploit)</a:t>
            </a:r>
          </a:p>
          <a:p>
            <a:pPr marL="880110" lvl="1" indent="-514350">
              <a:buFont typeface="Wingdings" panose="05000000000000000000" pitchFamily="2" charset="2"/>
              <a:buChar char=""/>
            </a:pPr>
            <a:r>
              <a:rPr lang="en-US" b="1" dirty="0"/>
              <a:t xml:space="preserve">SATE Program Mitigation: </a:t>
            </a:r>
            <a:r>
              <a:rPr lang="en-US" dirty="0"/>
              <a:t>The SATE program will include a dedicated module on Ethical Use of Security Tools and Legal Boundaries of Competitive Intelligence. This module will explicitly teach employees what constitutes unauthorized access under the ECPA and CFAA, with real-world case examples. BI Unit staff will receive role-specific training on the legal limits of intelligence gathering. Any employee found using penetration tools against non-authorized systems will be subject to immediate access revocation and escalation to legal counsel. Annual acknowledgment of the Acceptable Use Policy will ensure employees cannot claim ignorance of these restrictions.</a:t>
            </a:r>
          </a:p>
          <a:p>
            <a:pPr marL="514350" indent="-514350">
              <a:buFont typeface="+mj-lt"/>
              <a:buAutoNum type="arabicPeriod"/>
            </a:pPr>
            <a:r>
              <a:rPr lang="en-US" b="1" dirty="0"/>
              <a:t>Undesirable Behavior #2: Negligent and Conflicted Internal Security Reporting by IT Security Analyst</a:t>
            </a:r>
          </a:p>
          <a:p>
            <a:pPr marL="880110" lvl="1" indent="-514350">
              <a:buFont typeface="Wingdings" panose="05000000000000000000" pitchFamily="2" charset="2"/>
              <a:buChar char=""/>
            </a:pPr>
            <a:r>
              <a:rPr lang="en-US" b="1" dirty="0"/>
              <a:t xml:space="preserve">SATE Program Mitigation: </a:t>
            </a:r>
            <a:r>
              <a:rPr lang="en-US" dirty="0"/>
              <a:t>The SATE program will include a module on Professional Ethics, Conflicts of Interest, and Reporting Obligations specifically designed for IT Security staff. Training will cover the duty to report accurately, the ethical and legal consequences of omitting material security information from oversight reports, and the definition and avoidance of conflicts of interest. The program will also introduce a mandatory ethics disclosure process requiring IT Security personnel to disclose any personal relationships with individuals or departments they oversee. Failure to disclose or inaccurate reporting will carry formal disciplinary consequences up to termination, reinforced in the signed acknowledgment form.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C. Ethical Issues and Mitigation Summary</a:t>
            </a:r>
          </a:p>
        </p:txBody>
      </p:sp>
      <p:sp>
        <p:nvSpPr>
          <p:cNvPr id="3" name="Content Placeholder 2"/>
          <p:cNvSpPr>
            <a:spLocks noGrp="1"/>
          </p:cNvSpPr>
          <p:nvPr>
            <p:ph idx="1"/>
          </p:nvPr>
        </p:nvSpPr>
        <p:spPr/>
        <p:txBody>
          <a:bodyPr>
            <a:normAutofit/>
          </a:bodyPr>
          <a:lstStyle/>
          <a:p>
            <a:pPr marL="0" indent="0">
              <a:buNone/>
            </a:pPr>
            <a:r>
              <a:rPr lang="en-US" dirty="0"/>
              <a:t>TechFite’s Applications Division exhibited multiple serious ethical failures that compounded one another and ultimately produced a pattern of corporate misconduct crossing both ethical and legal lines. The first ethical issue was the covert misappropriation of confidential client information. Carl Jaspers exploited the trust of potential clients Orange Leaf Software LLC and Union City Electronic Ventures by collecting proprietary technical data under the protection of NDAs, then channeling that information to competing clients within TechFite. This violated the foundational ethical duty of confidentiality and honest dealing in professional consulting relationships. Mitigation requires strict client data segregation policies enforced through a Chinese wall methodology, a Data Separation Policy, and SATE training modules covering confidentiality obligations and whistleblower protections so employees feel safe reporting similar breaches.</a:t>
            </a:r>
          </a:p>
          <a:p>
            <a:pPr marL="0" indent="0">
              <a:buNone/>
            </a:pPr>
            <a:endParaRPr lang="en-US" dirty="0"/>
          </a:p>
          <a:p>
            <a:pPr marL="0" indent="0">
              <a:buNone/>
            </a:pPr>
            <a:r>
              <a:rPr lang="en-US" dirty="0"/>
              <a:t>The second ethical issue was the unauthorized and covert surveillance of external organizations. The BI Unit’s use of Metasploit against third-party networks, and Jack Hudson’s coordination of physical trash surveillance, violated both the (ISC)² Code of Ethics mandate to protect societal infrastructure and the SCIP Code of Ethics that Hudson was personally bound to as a member. These activities normalized illegal intelligence gathering within the division. Mitigation includes the Acceptable Use Policy covering prohibited tool usage, SATE training on legal boundaries of competitive intelligence, and quarterly role-specific ethics training for all BI Unit personnel.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C. Ethical Issues and Mitigation (cont.)</a:t>
            </a:r>
          </a:p>
        </p:txBody>
      </p:sp>
      <p:sp>
        <p:nvSpPr>
          <p:cNvPr id="3" name="Content Placeholder 2"/>
          <p:cNvSpPr>
            <a:spLocks noGrp="1"/>
          </p:cNvSpPr>
          <p:nvPr>
            <p:ph idx="1"/>
          </p:nvPr>
        </p:nvSpPr>
        <p:spPr/>
        <p:txBody>
          <a:bodyPr>
            <a:normAutofit/>
          </a:bodyPr>
          <a:lstStyle/>
          <a:p>
            <a:pPr marL="0" indent="0">
              <a:buNone/>
            </a:pPr>
            <a:r>
              <a:rPr lang="en-US" dirty="0"/>
              <a:t>The third ethical issue was the conflict of interest and negligent security oversight by IT Security Analyst Nadia Johnson. Johnson’s personal relationship with Carl Jaspers – a relationship that financially benefited her through his positive recommendations – directly compromised her professional duty to provide independent, accurate security reporting. Her blanket “no irregularities” summaries omitted critical evidence of privilege escalation, unauthorized tool use, and data loss prevention failures. This failure was enabled by TechFite’s lack of policy governing social relationships between oversight staff and those they supervise. Mitigation requires a formal conflict-of-interest disclosure policy for all IT Security personnel, independent third-party auditing, and SATE training on professional ethics and reporting obligations. Had Johnson been required to disclose her relationship with Jaspers, appropriate reassignment or audit measures could have been taken.</a:t>
            </a:r>
          </a:p>
          <a:p>
            <a:pPr marL="0" indent="0">
              <a:buNone/>
            </a:pPr>
            <a:endParaRPr lang="en-US" dirty="0"/>
          </a:p>
          <a:p>
            <a:pPr marL="0" indent="0">
              <a:buNone/>
            </a:pPr>
            <a:r>
              <a:rPr lang="en-US" dirty="0"/>
              <a:t>In summary, TechFite’s ethical failures were systemic and reinforcing: the absence of access controls enabled criminal activity; the absence of an independent oversight structure enabled negligent reporting; and the absence of a formal ethics and SATE program allowed an environment where unethical conduct was normalized across an entire division. The combination of an Acceptable Use Policy, a Principle of Least Privilege and Access Control Policy, mandatory conflict-of-interest disclosures, and a comprehensive SATE program with genuine consequences for non-compliance represents the most effective mitigation path forward for TechFite to restore ethical compliance and legal accountability.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1143000"/>
          </a:xfrm>
        </p:spPr>
        <p:txBody>
          <a:bodyPr>
            <a:normAutofit/>
          </a:bodyPr>
          <a:lstStyle/>
          <a:p>
            <a:r>
              <a:rPr lang="en-US" sz="3600" dirty="0"/>
              <a:t>D. References</a:t>
            </a:r>
          </a:p>
        </p:txBody>
      </p:sp>
      <p:sp>
        <p:nvSpPr>
          <p:cNvPr id="3" name="Content Placeholder 2"/>
          <p:cNvSpPr>
            <a:spLocks noGrp="1"/>
          </p:cNvSpPr>
          <p:nvPr>
            <p:ph idx="1"/>
          </p:nvPr>
        </p:nvSpPr>
        <p:spPr/>
        <p:txBody>
          <a:bodyPr>
            <a:normAutofit/>
          </a:bodyPr>
          <a:lstStyle/>
          <a:p>
            <a:pPr marL="0" indent="0">
              <a:buNone/>
            </a:pPr>
            <a:r>
              <a:rPr lang="en-US" dirty="0"/>
              <a:t>(ISC)². (2021). (ISC)² Code of Ethics. International Information System Security Certification Consortium. https://www.isc2.org/Ethics</a:t>
            </a:r>
          </a:p>
          <a:p>
            <a:pPr marL="0" indent="0">
              <a:buNone/>
            </a:pPr>
            <a:endParaRPr lang="en-US" dirty="0"/>
          </a:p>
          <a:p>
            <a:pPr marL="0" indent="0">
              <a:buNone/>
            </a:pPr>
            <a:r>
              <a:rPr lang="en-US" dirty="0"/>
              <a:t>Strategic and Competitive Intelligence Professionals (SCIP). (2020). SCIP Code of Ethics. https://www.scip.org/page/CodeofEthics</a:t>
            </a:r>
          </a:p>
          <a:p>
            <a:pPr marL="0" indent="0">
              <a:buNone/>
            </a:pPr>
            <a:endParaRPr lang="en-US" dirty="0"/>
          </a:p>
          <a:p>
            <a:pPr marL="0" indent="0">
              <a:buNone/>
            </a:pPr>
            <a:r>
              <a:rPr lang="en-US" dirty="0"/>
              <a:t>Western Governors University. (n.d.). TechFite Case Study. C841 Legal Issues in Information Security. https://tasks.wgu.edu/student/011162967/course/26160009/task/3346/overview</a:t>
            </a:r>
          </a:p>
          <a:p>
            <a:pPr marL="0" indent="0">
              <a:buNone/>
            </a:pPr>
            <a:endParaRPr lang="en-US" dirty="0"/>
          </a:p>
          <a:p>
            <a:pPr marL="0" indent="0">
              <a:buNone/>
            </a:pPr>
            <a:r>
              <a:rPr lang="en-US" dirty="0"/>
              <a:t>Goodie, S. (2024). C841 IHP4 Task 1: Legal Analysis [Unpublished course paper]. Western Governors University.</a:t>
            </a:r>
          </a:p>
        </p:txBody>
      </p:sp>
    </p:spTree>
  </p:cSld>
  <p:clrMapOvr>
    <a:masterClrMapping/>
  </p:clrMapOvr>
</p:sld>
</file>

<file path=ppt/theme/_rels/theme1.xml.rels><?xml version="1.0" encoding="UTF-8"?><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8B256E029A034AA4A97338FCEABBA5" ma:contentTypeVersion="5" ma:contentTypeDescription="Create a new document." ma:contentTypeScope="" ma:versionID="251ff091f81c2694c673b2f2329914a0">
  <xsd:schema xmlns:xsd="http://www.w3.org/2001/XMLSchema" xmlns:xs="http://www.w3.org/2001/XMLSchema" xmlns:p="http://schemas.microsoft.com/office/2006/metadata/properties" xmlns:ns2="ff2a98bd-a145-4e0e-9ffc-fed188778c16" targetNamespace="http://schemas.microsoft.com/office/2006/metadata/properties" ma:root="true" ma:fieldsID="11da57bae68b2e9c6fc3a1f739c6e9ec" ns2:_="">
    <xsd:import namespace="ff2a98bd-a145-4e0e-9ffc-fed188778c1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2a98bd-a145-4e0e-9ffc-fed188778c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A961F1-EF48-416E-AE9C-E0063861CC60}"/>
</file>

<file path=customXml/itemProps2.xml><?xml version="1.0" encoding="utf-8"?>
<ds:datastoreItem xmlns:ds="http://schemas.openxmlformats.org/officeDocument/2006/customXml" ds:itemID="{06DF9209-256D-40DB-BBC3-AF8F0E8A6DFE}"/>
</file>

<file path=customXml/itemProps3.xml><?xml version="1.0" encoding="utf-8"?>
<ds:datastoreItem xmlns:ds="http://schemas.openxmlformats.org/officeDocument/2006/customXml" ds:itemID="{287D21CD-ABEE-4AC0-8007-47E9286AC610}"/>
</file>

<file path=docProps/app.xml><?xml version="1.0" encoding="utf-8"?>
<Properties xmlns="http://schemas.openxmlformats.org/officeDocument/2006/extended-properties" xmlns:vt="http://schemas.openxmlformats.org/officeDocument/2006/docPropsVTypes">
  <Template/>
  <TotalTime>971</TotalTime>
  <Words>872</Words>
  <Application>Microsoft Office PowerPoint</Application>
  <PresentationFormat>On-screen Show (4:3)</PresentationFormat>
  <Paragraphs>73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Constantia</vt:lpstr>
      <vt:lpstr>Wingdings</vt:lpstr>
      <vt:lpstr>Wingdings 2</vt:lpstr>
      <vt:lpstr>Flow</vt:lpstr>
      <vt:lpstr>C841 [IHP4] Task 2</vt:lpstr>
      <vt:lpstr>How To</vt:lpstr>
      <vt:lpstr>A1/A1a. Relevant Ethical Guidelines Related to Information Security</vt:lpstr>
      <vt:lpstr>A2. Unethical Practices</vt:lpstr>
      <vt:lpstr>A3. Factors</vt:lpstr>
      <vt:lpstr>B1. InfoSec Policies</vt:lpstr>
      <vt:lpstr>B2. SATE Components</vt:lpstr>
      <vt:lpstr>B2a. SATE Program Communication</vt:lpstr>
      <vt:lpstr>B2b. SATE Program Justification</vt:lpstr>
      <vt:lpstr>C. Ethical Issues and Mitigation</vt:lpstr>
      <vt:lpstr>C. Ethical Issues and Mitigation (cont.)</vt:lpstr>
      <vt:lpstr>D. References/Sources</vt:lpstr>
    </vt:vector>
  </TitlesOfParts>
  <Company>WGU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JST2 Presentation</dc:title>
  <dc:creator>vshrader</dc:creator>
  <cp:lastModifiedBy>Shawn Dill</cp:lastModifiedBy>
  <cp:revision>121</cp:revision>
  <dcterms:created xsi:type="dcterms:W3CDTF">2013-06-27T22:06:25Z</dcterms:created>
  <dcterms:modified xsi:type="dcterms:W3CDTF">2022-01-30T18:11:15Z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0x010100E48B256E029A034AA4A97338FCEABBA5</vt:lpwstr>
  </property>
</Properties>
</file>